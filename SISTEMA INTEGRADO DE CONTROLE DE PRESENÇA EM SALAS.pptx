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5" r:id="rId8"/>
    <p:sldId id="262" r:id="rId9"/>
    <p:sldId id="264" r:id="rId10"/>
    <p:sldId id="261" r:id="rId11"/>
    <p:sldId id="263" r:id="rId12"/>
    <p:sldId id="270" r:id="rId13"/>
    <p:sldId id="271" r:id="rId14"/>
    <p:sldId id="266" r:id="rId15"/>
    <p:sldId id="267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1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F93A9-46FD-4BC6-98D8-67525AE1D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406A50-EE1D-4B1C-959E-147F9FC50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348E2A-C16E-4EA0-A3FD-27F1E17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6038-04BA-4FE9-B195-50808C455362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2D070D-BE59-43E4-9105-E3F79217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7FCDB9-83DF-4850-9972-27494183B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9836-D030-4A41-BF0A-E93BD4500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006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EF02AC-0796-4692-BFF0-A977FBA9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E4F797-AFF8-4A2E-A71C-B5E2DE91F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DA944E-D3B2-44FE-A0FB-1EF2C7D3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6038-04BA-4FE9-B195-50808C455362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ADFF5E-B7E6-49F1-BDF1-D605DA952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C782DA-A3D0-480C-9CA3-B6B39C4B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9836-D030-4A41-BF0A-E93BD4500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539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08492-ECC4-47D4-876B-8F61F4F11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29A919-DE70-4A0B-933A-F642449CD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0027DA-52FA-4030-A256-F1C6F0EAC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6038-04BA-4FE9-B195-50808C455362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9DB941-09AA-4119-A197-3B00FB18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4FE02E-2C9E-4E21-991F-D0B99288A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9836-D030-4A41-BF0A-E93BD4500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8611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20F11-A52D-4610-BC3D-11E31A14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6DB1DA-A752-44D5-B718-DD641A751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CB7CBE-700F-45E6-884D-E2A41EC01C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4A640E-B4A3-4421-9D64-292B92C74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6038-04BA-4FE9-B195-50808C455362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89FC67-AB91-4AA0-AD9F-17B30F63A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A39F1D-DB67-4A23-B7A1-4048F1808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9836-D030-4A41-BF0A-E93BD4500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3124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CFC314-B00F-414D-AAC3-536A464F5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F59591-3563-44C3-AD32-6F011F543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986327-C6E9-4F8D-9BF7-9A21539F8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28C69A-D703-4839-82FD-C21AA3B0E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458D149-984C-45B4-9DEE-82367198D3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47EB2B7-428A-4F2C-9196-121F9D9CA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6038-04BA-4FE9-B195-50808C455362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A4668EE-D9E1-4D38-9CD7-5FE7B319B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DBBCC8C-76CE-44C8-AF60-A75E7D890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9836-D030-4A41-BF0A-E93BD4500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272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A4E14-787B-4C95-A5AA-06EABDB94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57B3C8A-20F5-4274-B65A-E1E89F817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6038-04BA-4FE9-B195-50808C455362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DAE4F1-B544-48C0-9147-497633EE1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0CDF799-6B56-44DC-B378-F5B4FA2D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9836-D030-4A41-BF0A-E93BD4500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464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05834C-ADF0-40F0-83B1-88951103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6038-04BA-4FE9-B195-50808C455362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2E4BF7D-676E-4A35-83D3-A1B98FC20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D9F5AF-C7E9-4A28-84E0-323CFAB4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9836-D030-4A41-BF0A-E93BD4500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3238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1B6C1-5015-4B6C-8702-765F1C8A9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C343D3-E1ED-4D85-904A-C0A0EC5DF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4AA28B-48DC-473C-BF56-D556BF356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6095BF2-0F33-48E9-AA7A-FFE1F4386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6038-04BA-4FE9-B195-50808C455362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36A826-2322-40BE-9879-3BEB8F914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4BC0C0-7816-4D32-A686-72A29E9B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9836-D030-4A41-BF0A-E93BD4500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010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F30099-6100-43C7-A7FC-359840CFB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AEAFBD4-A74F-40B5-A694-0DDD474842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8F217D-2196-4B9D-A3C2-354CE567D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EB17CC-F36F-4C4E-B27A-F6955AB03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6038-04BA-4FE9-B195-50808C455362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A00057-1636-4FD8-8133-07B8D3F31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2DBECC-0FC6-4669-91E9-D22469FCC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9836-D030-4A41-BF0A-E93BD4500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474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FB5B4-CDED-4D30-9CCD-91B468F7E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AE51D58-DEBB-457B-9871-D56F8EF38E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701C60-C625-4C92-BAF6-8BD3FB812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6038-04BA-4FE9-B195-50808C455362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6A3D8A-5A09-428F-B9BA-CDD6C5628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02DEC4-C738-4579-BA94-E84B37DC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9836-D030-4A41-BF0A-E93BD4500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655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208CB3E-ED2C-441C-AABF-B48EB4662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4CA788-9817-424F-A902-BD099164E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D3039F-638D-4730-AD7F-5CF0A4BD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F6038-04BA-4FE9-B195-50808C455362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E4C8757-B5B0-43C1-BF4B-AEF8AE05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700A59-C142-4669-AEC7-65622379C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89836-D030-4A41-BF0A-E93BD4500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9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3B7EB1-49A9-4DBA-9A54-9EF737E3C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3A5E50-3B01-4E31-90EE-99F4847B7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B67196-F835-434D-A093-B18CB66AA4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F6038-04BA-4FE9-B195-50808C455362}" type="datetimeFigureOut">
              <a:rPr lang="pt-BR" smtClean="0"/>
              <a:t>03/12/2021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D0628E-1A42-4C19-A627-A062330A9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E7809A-A65C-4B20-A6F7-6D72340617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89836-D030-4A41-BF0A-E93BD4500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31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0F3415-2C4B-479A-A630-2E9618F63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1721" y="1902269"/>
            <a:ext cx="9144000" cy="2387600"/>
          </a:xfrm>
        </p:spPr>
        <p:txBody>
          <a:bodyPr/>
          <a:lstStyle/>
          <a:p>
            <a:r>
              <a:rPr lang="pt-B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SISTEMA INTEGRADO DE CONTROLE DE PRESENÇA EM SALAS DE AULA</a:t>
            </a:r>
            <a:br>
              <a:rPr lang="pt-B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br>
              <a:rPr lang="pt-BR" sz="1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pt-BR" sz="14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Técnico em Informática</a:t>
            </a:r>
            <a:b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221FD0-D2A7-4F91-AE83-379762F10F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5887" y="3999081"/>
            <a:ext cx="9144000" cy="1655762"/>
          </a:xfrm>
        </p:spPr>
        <p:txBody>
          <a:bodyPr>
            <a:normAutofit/>
          </a:bodyPr>
          <a:lstStyle/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João Vitor Guilherme Borges</a:t>
            </a:r>
          </a:p>
          <a:p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Orientador: Antônio Carlos Fava de Barros</a:t>
            </a:r>
          </a:p>
        </p:txBody>
      </p:sp>
      <p:pic>
        <p:nvPicPr>
          <p:cNvPr id="5" name="Imagem 4" descr="Texto, Logotipo&#10;&#10;Descrição gerada automaticamente">
            <a:extLst>
              <a:ext uri="{FF2B5EF4-FFF2-40B4-BE49-F238E27FC236}">
                <a16:creationId xmlns:a16="http://schemas.microsoft.com/office/drawing/2014/main" id="{235C1B4B-08BB-4C1D-92BD-5A7A33E52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470" y="-402139"/>
            <a:ext cx="4362274" cy="327170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B109A01-1476-4253-B425-AA212C39DF21}"/>
              </a:ext>
            </a:extLst>
          </p:cNvPr>
          <p:cNvSpPr txBox="1"/>
          <p:nvPr/>
        </p:nvSpPr>
        <p:spPr>
          <a:xfrm>
            <a:off x="10639338" y="6581001"/>
            <a:ext cx="16161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i="1" dirty="0">
                <a:latin typeface="Arial" panose="020B0604020202020204" pitchFamily="34" charset="0"/>
                <a:cs typeface="Arial" panose="020B0604020202020204" pitchFamily="34" charset="0"/>
              </a:rPr>
              <a:t>Belo Horizonte, 2021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0E320E-E7AF-42C5-AD41-AFDAFC6FBE96}"/>
              </a:ext>
            </a:extLst>
          </p:cNvPr>
          <p:cNvSpPr txBox="1"/>
          <p:nvPr/>
        </p:nvSpPr>
        <p:spPr>
          <a:xfrm>
            <a:off x="-67112" y="6588695"/>
            <a:ext cx="2040943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pt-BR" sz="105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Utilius</a:t>
            </a:r>
            <a:r>
              <a:rPr lang="pt-BR" sz="105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tarde </a:t>
            </a:r>
            <a:r>
              <a:rPr lang="pt-BR" sz="105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quam</a:t>
            </a:r>
            <a:r>
              <a:rPr lang="pt-BR" sz="105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050" b="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nunquam</a:t>
            </a:r>
            <a:r>
              <a:rPr lang="pt-BR" sz="1050" b="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174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880"/>
    </mc:Choice>
    <mc:Fallback xmlns="">
      <p:transition spd="slow" advTm="2088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9404A-773B-4541-9BA2-0E5951B65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699" y="122919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</p:txBody>
      </p:sp>
      <p:pic>
        <p:nvPicPr>
          <p:cNvPr id="5" name="Espaço Reservado para Conteúdo 4" descr="Texto, Logotipo&#10;&#10;Descrição gerada automaticamente">
            <a:extLst>
              <a:ext uri="{FF2B5EF4-FFF2-40B4-BE49-F238E27FC236}">
                <a16:creationId xmlns:a16="http://schemas.microsoft.com/office/drawing/2014/main" id="{1DD10BB0-F843-4FBD-9787-F670667C0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3950"/>
            <a:ext cx="2793534" cy="2095150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542435C-1FEF-4118-ADEB-3DDC67FCF8FA}"/>
              </a:ext>
            </a:extLst>
          </p:cNvPr>
          <p:cNvSpPr txBox="1"/>
          <p:nvPr/>
        </p:nvSpPr>
        <p:spPr>
          <a:xfrm>
            <a:off x="1532388" y="2845737"/>
            <a:ext cx="91272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Com a nova revolução tecnológica, logo viu-se um impacto em todas as áreas que regem à sociedade humana.</a:t>
            </a:r>
          </a:p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utilização de sistemas de informação vem transformando a sociedade, sendo que uma das vantagens é a substituição do papel em atividades tradicionais, como relatórios, ebooks, controle de processos (como o SEI utilizado pela UFV), o Sapiens em substituição à antiga caderneta escolar...</a:t>
            </a:r>
          </a:p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Porém, o SAPIENS apresenta uma deficiência que é a falta de um sistema de chamadas, onde o professor pode substituir o uso da caderneta por um sistema que permita a chamada e relatório de presença dos alunos.</a:t>
            </a:r>
          </a:p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Este trabalho tem como objetivo criar um sistema de chamadas eletrônico, que pode ser utilizado tanto em disciplinas dos cursos regulares como de cursos de extensão.</a:t>
            </a:r>
          </a:p>
          <a:p>
            <a:pPr algn="just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Criado independente do SAPIENS, tem implementado o cadastro de alunos, professores, disciplinas, e cursos, utilizando o PHP como plataforma de desenvolvimento</a:t>
            </a:r>
          </a:p>
        </p:txBody>
      </p:sp>
    </p:spTree>
    <p:extLst>
      <p:ext uri="{BB962C8B-B14F-4D97-AF65-F5344CB8AC3E}">
        <p14:creationId xmlns:p14="http://schemas.microsoft.com/office/powerpoint/2010/main" val="52902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52"/>
    </mc:Choice>
    <mc:Fallback xmlns="">
      <p:transition spd="slow" advTm="3425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9404A-773B-4541-9BA2-0E5951B65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805" y="133118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</p:txBody>
      </p:sp>
      <p:pic>
        <p:nvPicPr>
          <p:cNvPr id="5" name="Espaço Reservado para Conteúdo 4" descr="Texto, Logotipo&#10;&#10;Descrição gerada automaticamente">
            <a:extLst>
              <a:ext uri="{FF2B5EF4-FFF2-40B4-BE49-F238E27FC236}">
                <a16:creationId xmlns:a16="http://schemas.microsoft.com/office/drawing/2014/main" id="{1DD10BB0-F843-4FBD-9787-F670667C0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8783"/>
            <a:ext cx="2604480" cy="1953360"/>
          </a:xfr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7B5BE14-7790-46CF-9281-FAF96FDA0BD8}"/>
              </a:ext>
            </a:extLst>
          </p:cNvPr>
          <p:cNvSpPr txBox="1"/>
          <p:nvPr/>
        </p:nvSpPr>
        <p:spPr>
          <a:xfrm>
            <a:off x="0" y="3078862"/>
            <a:ext cx="6434356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Criar um sistema integrado de presença em sala de aula 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      Será responsivo, com integração e salvamento por um banco de dados.</a:t>
            </a:r>
          </a:p>
          <a:p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Facilitar e melhorar a qualidade de controle de presença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      Com o sistema tecnológico, facilitará tanto a vida dos professores quanto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      melhorar a qualidade e afins. 	</a:t>
            </a:r>
          </a:p>
          <a:p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Implementar um site com recursos diferentes e acessíveis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      Além de utilizar o banco de dados para salvamento, será utilizado tanto </a:t>
            </a:r>
          </a:p>
          <a:p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       as linguagens: PHP, HTML, CSS com </a:t>
            </a:r>
            <a:r>
              <a:rPr lang="pt-BR" sz="1400" dirty="0" err="1">
                <a:latin typeface="Arial" panose="020B0604020202020204" pitchFamily="34" charset="0"/>
                <a:cs typeface="Arial" panose="020B0604020202020204" pitchFamily="34" charset="0"/>
              </a:rPr>
              <a:t>Boostrap</a:t>
            </a:r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584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629"/>
    </mc:Choice>
    <mc:Fallback xmlns="">
      <p:transition spd="slow" advTm="3162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9404A-773B-4541-9BA2-0E5951B65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805" y="133118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Recursos utilizados</a:t>
            </a:r>
          </a:p>
        </p:txBody>
      </p:sp>
      <p:pic>
        <p:nvPicPr>
          <p:cNvPr id="5" name="Espaço Reservado para Conteúdo 4" descr="Texto, Logotipo&#10;&#10;Descrição gerada automaticamente">
            <a:extLst>
              <a:ext uri="{FF2B5EF4-FFF2-40B4-BE49-F238E27FC236}">
                <a16:creationId xmlns:a16="http://schemas.microsoft.com/office/drawing/2014/main" id="{1DD10BB0-F843-4FBD-9787-F670667C0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8783"/>
            <a:ext cx="2604480" cy="195336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C7FF9D-EC40-4141-98A5-87FF666FB2A0}"/>
              </a:ext>
            </a:extLst>
          </p:cNvPr>
          <p:cNvSpPr txBox="1"/>
          <p:nvPr/>
        </p:nvSpPr>
        <p:spPr>
          <a:xfrm>
            <a:off x="376805" y="31290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75740F-1984-482B-B6D7-B315B9D39A88}"/>
              </a:ext>
            </a:extLst>
          </p:cNvPr>
          <p:cNvSpPr txBox="1"/>
          <p:nvPr/>
        </p:nvSpPr>
        <p:spPr>
          <a:xfrm>
            <a:off x="2449585" y="2287414"/>
            <a:ext cx="7160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projeto utiliza de recursos variados e de amplo material de estudo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357520-0AEB-461A-B9C2-631AA8A351AE}"/>
              </a:ext>
            </a:extLst>
          </p:cNvPr>
          <p:cNvSpPr txBox="1"/>
          <p:nvPr/>
        </p:nvSpPr>
        <p:spPr>
          <a:xfrm>
            <a:off x="224137" y="3190649"/>
            <a:ext cx="1208760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HTML –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O HTML é amplamente usado na criação de sites e afins, além de fácil e simples, conta com um material de estudo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enorme.</a:t>
            </a:r>
          </a:p>
          <a:p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CSS com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O CSS é outra linguagem amplamente utilizada, com várias ferramentas que auxiliam na criação e 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desenvolvimento de um site.</a:t>
            </a:r>
          </a:p>
          <a:p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PHP –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O PHP caracteriza-se por ser uma linguagem de fácil uso e muito utilizado também.</a:t>
            </a:r>
          </a:p>
          <a:p>
            <a:endParaRPr lang="pt-B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Xampp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(MySQL) –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Sendo uma linguagem amplamente utilizada também e com bônus de fornecer um servidor APACHE gratuito e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para testes do projeto.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22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02"/>
    </mc:Choice>
    <mc:Fallback xmlns="">
      <p:transition spd="slow" advTm="45002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9404A-773B-4541-9BA2-0E5951B65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805" y="108627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Funcionamento do sistema</a:t>
            </a:r>
          </a:p>
        </p:txBody>
      </p:sp>
      <p:pic>
        <p:nvPicPr>
          <p:cNvPr id="5" name="Espaço Reservado para Conteúdo 4" descr="Texto, Logotipo&#10;&#10;Descrição gerada automaticamente">
            <a:extLst>
              <a:ext uri="{FF2B5EF4-FFF2-40B4-BE49-F238E27FC236}">
                <a16:creationId xmlns:a16="http://schemas.microsoft.com/office/drawing/2014/main" id="{1DD10BB0-F843-4FBD-9787-F670667C0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8783"/>
            <a:ext cx="2604480" cy="195336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C7FF9D-EC40-4141-98A5-87FF666FB2A0}"/>
              </a:ext>
            </a:extLst>
          </p:cNvPr>
          <p:cNvSpPr txBox="1"/>
          <p:nvPr/>
        </p:nvSpPr>
        <p:spPr>
          <a:xfrm>
            <a:off x="376805" y="31290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357520-0AEB-461A-B9C2-631AA8A351AE}"/>
              </a:ext>
            </a:extLst>
          </p:cNvPr>
          <p:cNvSpPr txBox="1"/>
          <p:nvPr/>
        </p:nvSpPr>
        <p:spPr>
          <a:xfrm>
            <a:off x="629518" y="2176944"/>
            <a:ext cx="98785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Este é um sistema de teste para implementar principalmente as funcionalidades de chamada e relatório de chamada.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funcionamento do sistema é simples: o usuário cadastra alunos, professores e disciplinas.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curso é a disciplina oferecida por um professor em determinado ano.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Depois de definido o curso, os alunos são matriculados nos cursos existentes.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Para efetuar a chamada, o professor seleciona a disciplina e marca os alunos presentes.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 relatório de faltas, são apresentados os dias que ocorreram as aulas, se o aluno estava presente ou não na aula, e o total de faltas.</a:t>
            </a:r>
          </a:p>
        </p:txBody>
      </p:sp>
    </p:spTree>
    <p:extLst>
      <p:ext uri="{BB962C8B-B14F-4D97-AF65-F5344CB8AC3E}">
        <p14:creationId xmlns:p14="http://schemas.microsoft.com/office/powerpoint/2010/main" val="102960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002"/>
    </mc:Choice>
    <mc:Fallback xmlns="">
      <p:transition spd="slow" advTm="4500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29404A-773B-4541-9BA2-0E5951B65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805" y="103179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Tela Inicial</a:t>
            </a:r>
          </a:p>
        </p:txBody>
      </p:sp>
      <p:pic>
        <p:nvPicPr>
          <p:cNvPr id="5" name="Espaço Reservado para Conteúdo 4" descr="Texto, Logotipo&#10;&#10;Descrição gerada automaticamente">
            <a:extLst>
              <a:ext uri="{FF2B5EF4-FFF2-40B4-BE49-F238E27FC236}">
                <a16:creationId xmlns:a16="http://schemas.microsoft.com/office/drawing/2014/main" id="{1DD10BB0-F843-4FBD-9787-F670667C0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8783"/>
            <a:ext cx="2604480" cy="1953360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DC7FF9D-EC40-4141-98A5-87FF666FB2A0}"/>
              </a:ext>
            </a:extLst>
          </p:cNvPr>
          <p:cNvSpPr txBox="1"/>
          <p:nvPr/>
        </p:nvSpPr>
        <p:spPr>
          <a:xfrm>
            <a:off x="376805" y="31290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D1BE20E-E083-4480-81EE-E65899327EF4}"/>
              </a:ext>
            </a:extLst>
          </p:cNvPr>
          <p:cNvSpPr txBox="1"/>
          <p:nvPr/>
        </p:nvSpPr>
        <p:spPr>
          <a:xfrm>
            <a:off x="1107346" y="2087495"/>
            <a:ext cx="9408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Com um sistema integrado, o projeto tem funções variadas, como dito anteriormente: CRUD, relatórios e afins.</a:t>
            </a:r>
          </a:p>
        </p:txBody>
      </p:sp>
      <p:pic>
        <p:nvPicPr>
          <p:cNvPr id="10" name="Imagem 9" descr="Texto&#10;&#10;Descrição gerada automaticamente">
            <a:extLst>
              <a:ext uri="{FF2B5EF4-FFF2-40B4-BE49-F238E27FC236}">
                <a16:creationId xmlns:a16="http://schemas.microsoft.com/office/drawing/2014/main" id="{2932E0A3-A5A3-4B9A-9B40-6CF12FA5F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205" y="2787090"/>
            <a:ext cx="7811590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84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799"/>
    </mc:Choice>
    <mc:Fallback xmlns="">
      <p:transition spd="slow" advTm="1879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02CD7034-69DC-4265-A429-D4F055695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77" y="1397787"/>
            <a:ext cx="4463921" cy="4935902"/>
          </a:xfr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84E6EEB3-3FEE-4482-BDBF-9B3B76840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37" y="7222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Tela Cadastros</a:t>
            </a:r>
          </a:p>
        </p:txBody>
      </p:sp>
    </p:spTree>
    <p:extLst>
      <p:ext uri="{BB962C8B-B14F-4D97-AF65-F5344CB8AC3E}">
        <p14:creationId xmlns:p14="http://schemas.microsoft.com/office/powerpoint/2010/main" val="78776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94"/>
    </mc:Choice>
    <mc:Fallback xmlns="">
      <p:transition spd="slow" advTm="639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4B5B02F7-6775-43C9-BB8D-72303C97F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86" y="2344707"/>
            <a:ext cx="10515600" cy="3225597"/>
          </a:xfr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4817AD75-DDF9-4737-96E6-420F53413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921" y="1721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Disciplinas - Chamada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E5D30DD-260F-4504-B877-35C034641255}"/>
              </a:ext>
            </a:extLst>
          </p:cNvPr>
          <p:cNvSpPr txBox="1"/>
          <p:nvPr/>
        </p:nvSpPr>
        <p:spPr>
          <a:xfrm>
            <a:off x="2062450" y="5863905"/>
            <a:ext cx="7882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 professor pode selecionar a disciplina que está atuando para realizar a chamada.</a:t>
            </a:r>
          </a:p>
        </p:txBody>
      </p:sp>
    </p:spTree>
    <p:extLst>
      <p:ext uri="{BB962C8B-B14F-4D97-AF65-F5344CB8AC3E}">
        <p14:creationId xmlns:p14="http://schemas.microsoft.com/office/powerpoint/2010/main" val="149790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893"/>
    </mc:Choice>
    <mc:Fallback xmlns="">
      <p:transition spd="slow" advTm="1189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8" descr="Interface gráfica do usuário&#10;&#10;Descrição gerada automaticamente">
            <a:extLst>
              <a:ext uri="{FF2B5EF4-FFF2-40B4-BE49-F238E27FC236}">
                <a16:creationId xmlns:a16="http://schemas.microsoft.com/office/drawing/2014/main" id="{E0F6751B-070F-4F28-8DC2-ED923DC92E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390" y="1780945"/>
            <a:ext cx="5687219" cy="3296110"/>
          </a:xfr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0E02661F-1ECC-4A69-9BD3-BE62A211A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921" y="1721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Alunos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7FA5FD2-0D2A-4E4F-99B4-A9494C5A3105}"/>
              </a:ext>
            </a:extLst>
          </p:cNvPr>
          <p:cNvSpPr txBox="1"/>
          <p:nvPr/>
        </p:nvSpPr>
        <p:spPr>
          <a:xfrm>
            <a:off x="1921079" y="5545123"/>
            <a:ext cx="8034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Inicialmente, o cadastro de alunos contém apenas nome e matrícula. </a:t>
            </a:r>
          </a:p>
          <a:p>
            <a:pPr algn="just"/>
            <a:r>
              <a:rPr lang="pt-BR" dirty="0"/>
              <a:t>Em caso de integração com o SAPIENS, este cadastro e outros serão desativados, mantendo apenas a seção de chamadas.</a:t>
            </a:r>
          </a:p>
        </p:txBody>
      </p:sp>
    </p:spTree>
    <p:extLst>
      <p:ext uri="{BB962C8B-B14F-4D97-AF65-F5344CB8AC3E}">
        <p14:creationId xmlns:p14="http://schemas.microsoft.com/office/powerpoint/2010/main" val="103029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84"/>
    </mc:Choice>
    <mc:Fallback xmlns="">
      <p:transition spd="slow" advTm="548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A9E5BE2B-E258-42BD-9FB2-9A7F6D963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039" y="1893391"/>
            <a:ext cx="10515600" cy="2403783"/>
          </a:xfr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9485A90E-FE95-4EAF-9A85-D232431DE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921" y="1721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Alunos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EC39718-BFF3-49DB-950A-FAB18C6DF15C}"/>
              </a:ext>
            </a:extLst>
          </p:cNvPr>
          <p:cNvSpPr txBox="1"/>
          <p:nvPr/>
        </p:nvSpPr>
        <p:spPr>
          <a:xfrm>
            <a:off x="2062450" y="5863905"/>
            <a:ext cx="7597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Sistema de cadastro de alunos, com a página de pesquisa , alteração e exclusão.</a:t>
            </a:r>
          </a:p>
        </p:txBody>
      </p:sp>
    </p:spTree>
    <p:extLst>
      <p:ext uri="{BB962C8B-B14F-4D97-AF65-F5344CB8AC3E}">
        <p14:creationId xmlns:p14="http://schemas.microsoft.com/office/powerpoint/2010/main" val="199428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16"/>
    </mc:Choice>
    <mc:Fallback xmlns="">
      <p:transition spd="slow" advTm="1061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9BF72D27-CFC7-463C-9835-04588B8AA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179" y="1090569"/>
            <a:ext cx="7287642" cy="56681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C58FFBA-2DD4-4478-A962-B7FC687C909A}"/>
              </a:ext>
            </a:extLst>
          </p:cNvPr>
          <p:cNvSpPr txBox="1"/>
          <p:nvPr/>
        </p:nvSpPr>
        <p:spPr>
          <a:xfrm>
            <a:off x="2830073" y="528506"/>
            <a:ext cx="65318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Matricula de alunos em cursos</a:t>
            </a:r>
          </a:p>
        </p:txBody>
      </p:sp>
    </p:spTree>
    <p:extLst>
      <p:ext uri="{BB962C8B-B14F-4D97-AF65-F5344CB8AC3E}">
        <p14:creationId xmlns:p14="http://schemas.microsoft.com/office/powerpoint/2010/main" val="221166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266"/>
    </mc:Choice>
    <mc:Fallback xmlns="">
      <p:transition spd="slow" advTm="1126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6BBF6-A419-4459-AF37-56E4400C0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600" dirty="0">
                <a:latin typeface="Arial" panose="020B0604020202020204" pitchFamily="34" charset="0"/>
                <a:cs typeface="Arial" panose="020B0604020202020204" pitchFamily="34" charset="0"/>
              </a:rPr>
              <a:t>Tela de chamada</a:t>
            </a:r>
          </a:p>
        </p:txBody>
      </p:sp>
      <p:pic>
        <p:nvPicPr>
          <p:cNvPr id="5" name="Espaço Reservado para Conteúdo 4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4C18D8C9-9827-420A-A721-1412AA273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91232"/>
            <a:ext cx="10515600" cy="3620124"/>
          </a:xfrm>
        </p:spPr>
      </p:pic>
    </p:spTree>
    <p:extLst>
      <p:ext uri="{BB962C8B-B14F-4D97-AF65-F5344CB8AC3E}">
        <p14:creationId xmlns:p14="http://schemas.microsoft.com/office/powerpoint/2010/main" val="902226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F2332-C933-4A1E-920A-F8CA6DE5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Relatório de chamada</a:t>
            </a:r>
          </a:p>
        </p:txBody>
      </p:sp>
      <p:pic>
        <p:nvPicPr>
          <p:cNvPr id="5" name="Espaço Reservado para Conteúdo 4" descr="Tabela&#10;&#10;Descrição gerada automaticamente">
            <a:extLst>
              <a:ext uri="{FF2B5EF4-FFF2-40B4-BE49-F238E27FC236}">
                <a16:creationId xmlns:a16="http://schemas.microsoft.com/office/drawing/2014/main" id="{FA88C334-BC8B-490D-8F8E-5546BEE5A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75847"/>
            <a:ext cx="10515600" cy="3450894"/>
          </a:xfrm>
        </p:spPr>
      </p:pic>
    </p:spTree>
    <p:extLst>
      <p:ext uri="{BB962C8B-B14F-4D97-AF65-F5344CB8AC3E}">
        <p14:creationId xmlns:p14="http://schemas.microsoft.com/office/powerpoint/2010/main" val="1239391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A35F1-A16F-4A6A-B409-243C0502F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808" y="40707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29430B-79D7-4DB3-9117-13F1F23FE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7347" y="2949699"/>
            <a:ext cx="9999677" cy="4351338"/>
          </a:xfrm>
        </p:spPr>
        <p:txBody>
          <a:bodyPr/>
          <a:lstStyle/>
          <a:p>
            <a:pPr algn="just"/>
            <a:r>
              <a:rPr lang="pt-BR" sz="1800" dirty="0">
                <a:latin typeface="Arial" panose="020B0604020202020204" pitchFamily="34" charset="0"/>
                <a:ea typeface="Calibri" panose="020F0502020204030204" pitchFamily="34" charset="0"/>
              </a:rPr>
              <a:t>Como é um sistema </a:t>
            </a:r>
            <a:r>
              <a:rPr lang="pt-BR" sz="18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simples e adaptativo, pode ser utilizado como um sistema independente, ou ter o código aproveitado para ser reutilizado no SAPIENS.</a:t>
            </a:r>
          </a:p>
          <a:p>
            <a:pPr algn="just"/>
            <a:r>
              <a:rPr lang="pt-BR" sz="1800" dirty="0">
                <a:latin typeface="Arial" panose="020B0604020202020204" pitchFamily="34" charset="0"/>
              </a:rPr>
              <a:t>O sistema pode ser melhorado, com a importação de arquivos no formato CSV para reaproveitar dados do SAPIENS, facilitando assim o sistema de cadastros.</a:t>
            </a:r>
          </a:p>
          <a:p>
            <a:pPr algn="just"/>
            <a:r>
              <a:rPr lang="pt-BR" sz="1800" dirty="0">
                <a:latin typeface="Arial" panose="020B0604020202020204" pitchFamily="34" charset="0"/>
              </a:rPr>
              <a:t>Pela sua simplicidade, pode ser utilizado em cursos de extensão , FIC e outros.</a:t>
            </a:r>
          </a:p>
        </p:txBody>
      </p:sp>
      <p:pic>
        <p:nvPicPr>
          <p:cNvPr id="5" name="Imagem 4" descr="Texto, Logotipo&#10;&#10;Descrição gerada automaticamente">
            <a:extLst>
              <a:ext uri="{FF2B5EF4-FFF2-40B4-BE49-F238E27FC236}">
                <a16:creationId xmlns:a16="http://schemas.microsoft.com/office/drawing/2014/main" id="{0E9DE159-E42A-49E8-8183-1ED2C7B62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8447"/>
            <a:ext cx="3171039" cy="237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6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39"/>
    </mc:Choice>
    <mc:Fallback xmlns="">
      <p:transition spd="slow" advTm="2703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4A35F1-A16F-4A6A-B409-243C0502F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808" y="40707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Considerações Finais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C29430B-79D7-4DB3-9117-13F1F23FE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957" y="2639306"/>
            <a:ext cx="9492143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O desenvolvimento deste trabalho permitiu A prática no desenvolvimento deste trabalho, apesar de exaustiva, possibilitou incrementar os conhecimentos em programação WEB, utilizando PHP e tecnologias de suporte, como CSS e o framework </a:t>
            </a:r>
            <a:r>
              <a:rPr lang="pt-BR" sz="1800" dirty="0" err="1">
                <a:latin typeface="Arial" panose="020B0604020202020204" pitchFamily="34" charset="0"/>
                <a:cs typeface="Arial" panose="020B0604020202020204" pitchFamily="34" charset="0"/>
              </a:rPr>
              <a:t>Bootstrap</a:t>
            </a: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0" indent="0" algn="just">
              <a:buNone/>
            </a:pPr>
            <a:r>
              <a:rPr lang="pt-BR" sz="1800" dirty="0">
                <a:latin typeface="Arial" panose="020B0604020202020204" pitchFamily="34" charset="0"/>
                <a:cs typeface="Arial" panose="020B0604020202020204" pitchFamily="34" charset="0"/>
              </a:rPr>
              <a:t>O sistema final  apresentou resultados satisfatórios, e incentiva a continuidade deste trabalho em uma futura integração com o SAPIENS, permitindo ao professor realizar a chamada diária, e consultar relatório de presenças , destacando se o aluno faltou ou não em determinado dia </a:t>
            </a:r>
            <a:r>
              <a:rPr lang="pt-BR" sz="1800">
                <a:latin typeface="Arial" panose="020B0604020202020204" pitchFamily="34" charset="0"/>
                <a:cs typeface="Arial" panose="020B0604020202020204" pitchFamily="34" charset="0"/>
              </a:rPr>
              <a:t>de aula.</a:t>
            </a: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pt-B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 descr="Texto, Logotipo&#10;&#10;Descrição gerada automaticamente">
            <a:extLst>
              <a:ext uri="{FF2B5EF4-FFF2-40B4-BE49-F238E27FC236}">
                <a16:creationId xmlns:a16="http://schemas.microsoft.com/office/drawing/2014/main" id="{0E9DE159-E42A-49E8-8183-1ED2C7B62A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68447"/>
            <a:ext cx="3171039" cy="237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99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993"/>
    </mc:Choice>
    <mc:Fallback xmlns="">
      <p:transition spd="slow" advTm="10993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776</Words>
  <Application>Microsoft Office PowerPoint</Application>
  <PresentationFormat>Widescreen</PresentationFormat>
  <Paragraphs>62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SISTEMA INTEGRADO DE CONTROLE DE PRESENÇA EM SALAS DE AULA  Técnico em Informática </vt:lpstr>
      <vt:lpstr>Introdução</vt:lpstr>
      <vt:lpstr>Objetivos</vt:lpstr>
      <vt:lpstr>Recursos utilizados</vt:lpstr>
      <vt:lpstr>Funcionamento do sistema</vt:lpstr>
      <vt:lpstr>Tela Inicial</vt:lpstr>
      <vt:lpstr>Tela Cadastros</vt:lpstr>
      <vt:lpstr>Disciplinas - Chamada</vt:lpstr>
      <vt:lpstr>Alunos</vt:lpstr>
      <vt:lpstr>Alunos</vt:lpstr>
      <vt:lpstr>Apresentação do PowerPoint</vt:lpstr>
      <vt:lpstr>Tela de chamada</vt:lpstr>
      <vt:lpstr>Relatório de chamada</vt:lpstr>
      <vt:lpstr>Conclusão</vt:lpstr>
      <vt:lpstr>Considerações Finais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INTEGRADO DE CONTROLE DE PRESENÇA EM SALAS DE AULA  Técnico em Informática </dc:title>
  <dc:creator>Max Steeal</dc:creator>
  <cp:lastModifiedBy>Max Steeal</cp:lastModifiedBy>
  <cp:revision>14</cp:revision>
  <dcterms:created xsi:type="dcterms:W3CDTF">2021-11-30T20:26:39Z</dcterms:created>
  <dcterms:modified xsi:type="dcterms:W3CDTF">2021-12-03T21:21:43Z</dcterms:modified>
</cp:coreProperties>
</file>